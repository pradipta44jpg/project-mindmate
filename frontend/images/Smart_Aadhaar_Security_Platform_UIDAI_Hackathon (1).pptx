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Aadhaar Security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Advanced ML &amp; Citizen Consent Framework</a:t>
            </a:r>
          </a:p>
          <a:p>
            <a:endParaRPr/>
          </a:p>
          <a:p>
            <a:r>
              <a:t>UIDAI Hackathon 2025</a:t>
            </a:r>
          </a:p>
          <a:p>
            <a:r>
              <a:t>Team Name</a:t>
            </a:r>
          </a:p>
          <a:p>
            <a:endParaRPr/>
          </a:p>
          <a:p>
            <a:r>
              <a:t>Theme: Secure, Transparent &amp; Trusted Aadhaar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Unauthorized Aadhaar linking</a:t>
            </a:r>
          </a:p>
          <a:p>
            <a:r>
              <a:t>Identity theft &amp; fraud</a:t>
            </a:r>
          </a:p>
          <a:p>
            <a:r>
              <a:t>No real-time alerts to citizens</a:t>
            </a:r>
          </a:p>
          <a:p>
            <a:r>
              <a:t>Aadhaar misuse detected after damage</a:t>
            </a:r>
          </a:p>
          <a:p>
            <a:r>
              <a:t>Limited user control over consent</a:t>
            </a:r>
          </a:p>
          <a:p>
            <a:r>
              <a:t>Need a preventive, intelligent security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Aadhaar Security Platform</a:t>
            </a:r>
          </a:p>
          <a:p>
            <a:r>
              <a:t>Real-time citizen control</a:t>
            </a:r>
          </a:p>
          <a:p>
            <a:r>
              <a:t>ML-based risk detection (KNN)</a:t>
            </a:r>
          </a:p>
          <a:p>
            <a:r>
              <a:t>Consent-based Aadhaar usage</a:t>
            </a:r>
          </a:p>
          <a:p>
            <a:r>
              <a:t>Fraud prevention before it happens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Aadhaar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secure view of Aadhaar usage</a:t>
            </a:r>
          </a:p>
          <a:p>
            <a:r>
              <a:t>Masked Aadhaar profile</a:t>
            </a:r>
          </a:p>
          <a:p>
            <a:r>
              <a:t>Linked services: PAN, Bank, SIM, DL, Voter ID</a:t>
            </a:r>
          </a:p>
          <a:p>
            <a:r>
              <a:t>Aadhaar usage timeline</a:t>
            </a:r>
          </a:p>
          <a:p>
            <a:r>
              <a:t>No Aadhaar number stored (Privacy-by-design)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Alerts &amp; Consent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alerts for Aadhaar usage</a:t>
            </a:r>
          </a:p>
          <a:p>
            <a:r>
              <a:t>OTP authentication requests</a:t>
            </a:r>
          </a:p>
          <a:p>
            <a:r>
              <a:t>Biometric authentication requests</a:t>
            </a:r>
          </a:p>
          <a:p>
            <a:r>
              <a:t>New Aadhaar linking alerts</a:t>
            </a:r>
          </a:p>
          <a:p>
            <a:r>
              <a:t>User approval or rejection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ML-Based Risk Detection (KNN)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K-Nearest Neighbors (KNN)</a:t>
            </a:r>
          </a:p>
          <a:p>
            <a:r>
              <a:t>Classifies Aadhaar usage as Normal, Suspicious, or Fraudulent</a:t>
            </a:r>
          </a:p>
          <a:p>
            <a:r>
              <a:t>Factors: location deviation, frequency, entity type</a:t>
            </a:r>
          </a:p>
          <a:p>
            <a:r>
              <a:t>Device and SIM status analysis</a:t>
            </a:r>
          </a:p>
          <a:p>
            <a:r>
              <a:t>Explainable and auditable AI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Aadhaar Health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 score ranging from 0 to 100</a:t>
            </a:r>
          </a:p>
          <a:p>
            <a:r>
              <a:t>Derived from ML and behavior patterns</a:t>
            </a:r>
          </a:p>
          <a:p>
            <a:r>
              <a:t>Green: Safe</a:t>
            </a:r>
          </a:p>
          <a:p>
            <a:r>
              <a:t>Yellow: Warning</a:t>
            </a:r>
          </a:p>
          <a:p>
            <a:r>
              <a:t>Red: High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One-tap Aadhaar Kill Switch</a:t>
            </a:r>
          </a:p>
          <a:p>
            <a:r>
              <a:t>Temporarily disable OTP and biometrics</a:t>
            </a:r>
          </a:p>
          <a:p>
            <a:r>
              <a:t>Block new Aadhaar linkings</a:t>
            </a:r>
          </a:p>
          <a:p>
            <a:r>
              <a:t>Geo-fencing based Aadhaar usage</a:t>
            </a:r>
          </a:p>
          <a:p>
            <a:r>
              <a:t>Prevents misuse during fraud or phone theft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Privacy, Trust &amp; UIDAI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Aadhaar number storage</a:t>
            </a:r>
          </a:p>
          <a:p>
            <a:r>
              <a:t>Encrypted metadata handling</a:t>
            </a:r>
          </a:p>
          <a:p>
            <a:r>
              <a:t>Consent ledger and audit logs</a:t>
            </a:r>
          </a:p>
          <a:p>
            <a:r>
              <a:t>Future-ready for blockchain integration</a:t>
            </a:r>
          </a:p>
          <a:p>
            <a:r>
              <a:t>Aligned with UIDAI trust principles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Aadhaar misuse</a:t>
            </a:r>
          </a:p>
          <a:p>
            <a:r>
              <a:t>Empowers citizens with control</a:t>
            </a:r>
          </a:p>
          <a:p>
            <a:r>
              <a:t>Reduces identity fraud</a:t>
            </a:r>
          </a:p>
          <a:p>
            <a:r>
              <a:t>Builds trust in digital identity systems</a:t>
            </a:r>
          </a:p>
          <a:p>
            <a:r>
              <a:t>We strengthen citizen trust in Aadhaar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287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Smart Aadhaar Security Platform</vt:lpstr>
      <vt:lpstr>Problem Statement</vt:lpstr>
      <vt:lpstr>Proposed Solution (Overview)</vt:lpstr>
      <vt:lpstr>Unified Aadhaar Dashboard</vt:lpstr>
      <vt:lpstr>Real-Time Alerts &amp; Consent</vt:lpstr>
      <vt:lpstr>ML-Based Risk Detection (KNN)</vt:lpstr>
      <vt:lpstr>Aadhaar Health Score</vt:lpstr>
      <vt:lpstr>Emergency Security Controls</vt:lpstr>
      <vt:lpstr>Privacy, Trust &amp; UIDAI Alignment</vt:lpstr>
      <vt:lpstr>Impact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Pradipta Saha</dc:creator>
  <cp:keywords/>
  <dc:description>generated using python-pptx</dc:description>
  <cp:lastModifiedBy>Pradipta Saha</cp:lastModifiedBy>
  <cp:revision>1</cp:revision>
  <dcterms:created xsi:type="dcterms:W3CDTF">2013-01-27T09:14:16Z</dcterms:created>
  <dcterms:modified xsi:type="dcterms:W3CDTF">2026-01-19T16:50:39Z</dcterms:modified>
  <cp:category/>
</cp:coreProperties>
</file>